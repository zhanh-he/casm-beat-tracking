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notesMasterIdLst>
    <p:notesMasterId r:id="rId8"/>
  </p:notesMasterIdLst>
  <p:sldIdLst>
    <p:sldId id="256" r:id="rId2"/>
    <p:sldId id="261" r:id="rId3"/>
    <p:sldId id="260" r:id="rId4"/>
    <p:sldId id="257" r:id="rId5"/>
    <p:sldId id="258" r:id="rId6"/>
    <p:sldId id="259" r:id="rId7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C9CD7"/>
    <a:srgbClr val="7A818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609"/>
    <p:restoredTop sz="94673"/>
  </p:normalViewPr>
  <p:slideViewPr>
    <p:cSldViewPr snapToGrid="0">
      <p:cViewPr>
        <p:scale>
          <a:sx n="334" d="100"/>
          <a:sy n="334" d="100"/>
        </p:scale>
        <p:origin x="-600" y="-56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AEE48FF-A905-6F4E-B47A-4BCCD2500F88}" type="datetimeFigureOut">
              <a:rPr lang="en-US" smtClean="0"/>
              <a:t>9/24/26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360613" y="1143000"/>
            <a:ext cx="21367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20719A-A226-1E4D-8CA0-3A697BFCDB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2078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0719A-A226-1E4D-8CA0-3A697BFCDBE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800322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5DC611-82C9-81BB-971A-093B454029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3A9EA9B-DA81-5940-55F0-C521AEA75A5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B230CC9-8DED-5D4C-C72B-80FFD5E234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66ED95-D6C7-B508-0FD3-5C78499573C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0719A-A226-1E4D-8CA0-3A697BFCDBEA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23083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EDD430-A3DA-EE2B-7BA4-7C8BEDD2BC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B494DFF-D550-0BA6-2D13-70F69A9760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FA913FD-D8BF-92D9-4F53-778212A80E3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C2A423-0FFB-4589-9334-445BC23CE95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0719A-A226-1E4D-8CA0-3A697BFCDBEA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0571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D1F42-D334-4E49-BFF9-14F679444531}" type="datetimeFigureOut">
              <a:rPr lang="en-US" smtClean="0"/>
              <a:t>9/24/26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C3801E-93FF-B442-95CE-E639433F23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7065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D1F42-D334-4E49-BFF9-14F679444531}" type="datetimeFigureOut">
              <a:rPr lang="en-US" smtClean="0"/>
              <a:t>9/24/26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C3801E-93FF-B442-95CE-E639433F23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55207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D1F42-D334-4E49-BFF9-14F679444531}" type="datetimeFigureOut">
              <a:rPr lang="en-US" smtClean="0"/>
              <a:t>9/24/26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C3801E-93FF-B442-95CE-E639433F23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47932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D1F42-D334-4E49-BFF9-14F679444531}" type="datetimeFigureOut">
              <a:rPr lang="en-US" smtClean="0"/>
              <a:t>9/24/26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C3801E-93FF-B442-95CE-E639433F23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53463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D1F42-D334-4E49-BFF9-14F679444531}" type="datetimeFigureOut">
              <a:rPr lang="en-US" smtClean="0"/>
              <a:t>9/24/26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C3801E-93FF-B442-95CE-E639433F23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8481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D1F42-D334-4E49-BFF9-14F679444531}" type="datetimeFigureOut">
              <a:rPr lang="en-US" smtClean="0"/>
              <a:t>9/24/26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C3801E-93FF-B442-95CE-E639433F23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32642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D1F42-D334-4E49-BFF9-14F679444531}" type="datetimeFigureOut">
              <a:rPr lang="en-US" smtClean="0"/>
              <a:t>9/24/26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C3801E-93FF-B442-95CE-E639433F23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56368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2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D1F42-D334-4E49-BFF9-14F679444531}" type="datetimeFigureOut">
              <a:rPr lang="en-US" smtClean="0"/>
              <a:t>9/24/26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C3801E-93FF-B442-95CE-E639433F23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79108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2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D1F42-D334-4E49-BFF9-14F679444531}" type="datetimeFigureOut">
              <a:rPr lang="en-US" smtClean="0"/>
              <a:t>9/24/26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C3801E-93FF-B442-95CE-E639433F23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29463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D1F42-D334-4E49-BFF9-14F679444531}" type="datetimeFigureOut">
              <a:rPr lang="en-US" smtClean="0"/>
              <a:t>9/24/26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C3801E-93FF-B442-95CE-E639433F23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8624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D1F42-D334-4E49-BFF9-14F679444531}" type="datetimeFigureOut">
              <a:rPr lang="en-US" smtClean="0"/>
              <a:t>9/24/26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C3801E-93FF-B442-95CE-E639433F23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38562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7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B9D1F42-D334-4E49-BFF9-14F679444531}" type="datetimeFigureOut">
              <a:rPr lang="en-US" smtClean="0"/>
              <a:t>9/24/26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BC3801E-93FF-B442-95CE-E639433F23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81223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1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6434B70F-2438-7001-FB1A-29D86D186F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326518"/>
            <a:ext cx="6858000" cy="7252964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CEEFE8BA-3A83-F4CA-2F93-0B6C6950219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2834"/>
          <a:stretch/>
        </p:blipFill>
        <p:spPr>
          <a:xfrm>
            <a:off x="1626260" y="2816352"/>
            <a:ext cx="1707022" cy="51206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753A8E11-B550-DEBA-A429-36D486E9D174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-157" t="123"/>
          <a:stretch/>
        </p:blipFill>
        <p:spPr>
          <a:xfrm>
            <a:off x="1988780" y="3328417"/>
            <a:ext cx="1339634" cy="6211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35633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B4D5D5-C2AD-183A-D768-6C9FC58E22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8A1C1A00-6142-7D1B-C9E4-EDFF6BB702A9}"/>
              </a:ext>
            </a:extLst>
          </p:cNvPr>
          <p:cNvSpPr/>
          <p:nvPr/>
        </p:nvSpPr>
        <p:spPr>
          <a:xfrm>
            <a:off x="1717693" y="4042509"/>
            <a:ext cx="1598400" cy="45719"/>
          </a:xfrm>
          <a:prstGeom prst="rect">
            <a:avLst/>
          </a:prstGeom>
          <a:solidFill>
            <a:srgbClr val="5C9CD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EF4DA38-1C37-A04E-47E6-2DC74C190646}"/>
              </a:ext>
            </a:extLst>
          </p:cNvPr>
          <p:cNvSpPr/>
          <p:nvPr/>
        </p:nvSpPr>
        <p:spPr>
          <a:xfrm>
            <a:off x="1715180" y="2928548"/>
            <a:ext cx="1598400" cy="45719"/>
          </a:xfrm>
          <a:prstGeom prst="rect">
            <a:avLst/>
          </a:prstGeom>
          <a:solidFill>
            <a:srgbClr val="5C9CD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C5B6541-8BE1-B75C-BFF6-DE5390FF186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0000"/>
          <a:stretch/>
        </p:blipFill>
        <p:spPr>
          <a:xfrm>
            <a:off x="3429000" y="1326518"/>
            <a:ext cx="3429000" cy="725296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14B2C5A-F798-F4D4-BF6E-5557A03CF8B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-157" t="123"/>
          <a:stretch/>
        </p:blipFill>
        <p:spPr>
          <a:xfrm>
            <a:off x="1719918" y="4604278"/>
            <a:ext cx="1598689" cy="46549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26E8377-11AF-BDAC-4AAD-80A5C11FA19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62162"/>
          <a:stretch/>
        </p:blipFill>
        <p:spPr>
          <a:xfrm>
            <a:off x="0" y="5835112"/>
            <a:ext cx="6858000" cy="274437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02ACFCF-377A-06DC-BEDA-62AE0E2D8ABD}"/>
              </a:ext>
            </a:extLst>
          </p:cNvPr>
          <p:cNvSpPr txBox="1"/>
          <p:nvPr/>
        </p:nvSpPr>
        <p:spPr>
          <a:xfrm>
            <a:off x="1049761" y="5040469"/>
            <a:ext cx="2612079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Note</a:t>
            </a:r>
            <a:r>
              <a:rPr lang="en-US" sz="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zh-CN" altLang="en-US" sz="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Chroma Features</a:t>
            </a:r>
            <a:r>
              <a:rPr lang="zh-CN" altLang="en-US" sz="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Represents</a:t>
            </a:r>
            <a:r>
              <a:rPr lang="zh-CN" altLang="en-US" sz="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Chord</a:t>
            </a:r>
            <a:r>
              <a:rPr lang="zh-CN" altLang="en-US" sz="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Notes</a:t>
            </a:r>
            <a:r>
              <a:rPr lang="zh-CN" altLang="en-US" sz="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Very Well.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FE1FEFC-45B2-3059-66BD-C65EE11DEEA5}"/>
              </a:ext>
            </a:extLst>
          </p:cNvPr>
          <p:cNvSpPr txBox="1"/>
          <p:nvPr/>
        </p:nvSpPr>
        <p:spPr>
          <a:xfrm>
            <a:off x="914758" y="4201496"/>
            <a:ext cx="752948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Lead Sheet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3934EC0-883B-DF35-38EE-C5CDA458CAC9}"/>
              </a:ext>
            </a:extLst>
          </p:cNvPr>
          <p:cNvSpPr txBox="1"/>
          <p:nvPr/>
        </p:nvSpPr>
        <p:spPr>
          <a:xfrm>
            <a:off x="957575" y="4723324"/>
            <a:ext cx="854529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Chormagram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87CEA78-294F-9A32-CCB5-D4DCBB94912A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24100" b="9940"/>
          <a:stretch/>
        </p:blipFill>
        <p:spPr>
          <a:xfrm>
            <a:off x="1715180" y="2947500"/>
            <a:ext cx="1598690" cy="111522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B8DC3AFD-9CD5-A790-E955-C8185DE3C93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9088" y="2933321"/>
            <a:ext cx="883603" cy="1146447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A1DFD112-49EF-8268-0034-D23325636365}"/>
              </a:ext>
            </a:extLst>
          </p:cNvPr>
          <p:cNvSpPr txBox="1"/>
          <p:nvPr/>
        </p:nvSpPr>
        <p:spPr>
          <a:xfrm>
            <a:off x="281365" y="2763783"/>
            <a:ext cx="3429000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Note</a:t>
            </a:r>
            <a:r>
              <a:rPr lang="en-US" sz="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AU" sz="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Overtones of a pitch is in same color. Only previous four overtones are labelled.</a:t>
            </a:r>
            <a:endParaRPr lang="en-US" sz="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24E3A2E4-0210-0591-3C57-17BB1873B4D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20000"/>
                    </a14:imgEffect>
                  </a14:imgLayer>
                </a14:imgProps>
              </a:ext>
            </a:extLst>
          </a:blip>
          <a:srcRect l="1958" b="14010"/>
          <a:stretch/>
        </p:blipFill>
        <p:spPr>
          <a:xfrm>
            <a:off x="1444707" y="4086242"/>
            <a:ext cx="1874417" cy="438177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57277519-C92E-0AE8-D43A-767951545FC6}"/>
              </a:ext>
            </a:extLst>
          </p:cNvPr>
          <p:cNvSpPr txBox="1"/>
          <p:nvPr/>
        </p:nvSpPr>
        <p:spPr>
          <a:xfrm>
            <a:off x="1715180" y="4434725"/>
            <a:ext cx="365615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Cm</a:t>
            </a:r>
            <a:endParaRPr lang="en-US" sz="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0FF01D4-E7CF-5C8D-3B4E-9081CE72D3F5}"/>
              </a:ext>
            </a:extLst>
          </p:cNvPr>
          <p:cNvSpPr txBox="1"/>
          <p:nvPr/>
        </p:nvSpPr>
        <p:spPr>
          <a:xfrm>
            <a:off x="2660330" y="4452007"/>
            <a:ext cx="438470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Gm7</a:t>
            </a:r>
            <a:endParaRPr lang="en-US" sz="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090386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A5C3A3-8C76-7DCE-B3C4-EC5DBCD19C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FC8CA049-35EC-6245-13B9-0D5C0550DA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94066"/>
            <a:ext cx="6858000" cy="891786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7E14D54-B227-2ED3-8A59-DC2CDD9DB0B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261" r="26265"/>
          <a:stretch/>
        </p:blipFill>
        <p:spPr>
          <a:xfrm>
            <a:off x="3517553" y="5596752"/>
            <a:ext cx="2734963" cy="179479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66D25E1-B15A-BB6E-1F15-351BD0A3A0FC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776" t="10444" r="26409"/>
          <a:stretch/>
        </p:blipFill>
        <p:spPr>
          <a:xfrm>
            <a:off x="3490053" y="7218552"/>
            <a:ext cx="2770702" cy="162064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07E5991-4334-4C99-CB9B-70A0E50373B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01632" y="4389024"/>
            <a:ext cx="5156368" cy="16835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48824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059778-3733-AEC3-4489-D3BE6723F4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354B8D56-8CCC-C92E-8462-3FE400EDE7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94066"/>
            <a:ext cx="6858000" cy="8917867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E8E99635-EAD2-F0FD-9353-C2E5A63305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13270" y="5734536"/>
            <a:ext cx="2723403" cy="1791806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9939963B-E718-8330-A1F6-36C994B289B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652" r="30715"/>
          <a:stretch/>
        </p:blipFill>
        <p:spPr>
          <a:xfrm>
            <a:off x="3416504" y="5689855"/>
            <a:ext cx="2878385" cy="19658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39690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FE7500A-3ACA-1E70-1C68-8EB095F3F58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57039"/>
          <a:stretch/>
        </p:blipFill>
        <p:spPr>
          <a:xfrm>
            <a:off x="3520440" y="546101"/>
            <a:ext cx="2664000" cy="166554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FDAD38E-05B4-B7A2-39B1-84926611E35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2682"/>
          <a:stretch/>
        </p:blipFill>
        <p:spPr>
          <a:xfrm>
            <a:off x="856440" y="561341"/>
            <a:ext cx="2664000" cy="183448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8B0A7BF-B8D3-4477-347F-E39DF4A1C985}"/>
              </a:ext>
            </a:extLst>
          </p:cNvPr>
          <p:cNvSpPr txBox="1"/>
          <p:nvPr/>
        </p:nvSpPr>
        <p:spPr>
          <a:xfrm>
            <a:off x="1666591" y="253564"/>
            <a:ext cx="157709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(a) GTZAN Beat F1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21614C0-F66B-55DA-D935-2963C0F0A924}"/>
              </a:ext>
            </a:extLst>
          </p:cNvPr>
          <p:cNvSpPr txBox="1"/>
          <p:nvPr/>
        </p:nvSpPr>
        <p:spPr>
          <a:xfrm>
            <a:off x="4155333" y="253564"/>
            <a:ext cx="190879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(b) SMC 0-fold Beat F1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37CFE9A-F157-A0EF-9AED-CDD888BF84C4}"/>
              </a:ext>
            </a:extLst>
          </p:cNvPr>
          <p:cNvSpPr txBox="1"/>
          <p:nvPr/>
        </p:nvSpPr>
        <p:spPr>
          <a:xfrm rot="16200000">
            <a:off x="-69422" y="1117526"/>
            <a:ext cx="157254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BeatThis w. CASM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B901B69-9B3E-86B2-BC28-7E2A19F08CE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52588"/>
          <a:stretch/>
        </p:blipFill>
        <p:spPr>
          <a:xfrm>
            <a:off x="928440" y="2226882"/>
            <a:ext cx="2592000" cy="183251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7157678-090B-7086-69D4-A4C107E8622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674" b="57137"/>
          <a:stretch/>
        </p:blipFill>
        <p:spPr>
          <a:xfrm>
            <a:off x="3696643" y="2211642"/>
            <a:ext cx="2484000" cy="166548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18939915-B251-6562-97BB-D3CDAD3CB75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96057"/>
          <a:stretch/>
        </p:blipFill>
        <p:spPr>
          <a:xfrm>
            <a:off x="3581400" y="3884138"/>
            <a:ext cx="2592000" cy="15240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AA847421-E145-7726-8A44-26CB9D6E7C65}"/>
              </a:ext>
            </a:extLst>
          </p:cNvPr>
          <p:cNvSpPr txBox="1"/>
          <p:nvPr/>
        </p:nvSpPr>
        <p:spPr>
          <a:xfrm rot="16200000">
            <a:off x="8577" y="2824537"/>
            <a:ext cx="145995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BeatThis w. DBN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BBD521A-4BB8-29EA-18D6-06E2F7599131}"/>
              </a:ext>
            </a:extLst>
          </p:cNvPr>
          <p:cNvSpPr/>
          <p:nvPr/>
        </p:nvSpPr>
        <p:spPr>
          <a:xfrm>
            <a:off x="5657385" y="1849938"/>
            <a:ext cx="475786" cy="18660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781E9E6-9000-1CC9-501F-FF5A5549A1EA}"/>
              </a:ext>
            </a:extLst>
          </p:cNvPr>
          <p:cNvSpPr txBox="1"/>
          <p:nvPr/>
        </p:nvSpPr>
        <p:spPr>
          <a:xfrm>
            <a:off x="5428214" y="1649624"/>
            <a:ext cx="774731" cy="415498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r"/>
            <a:r>
              <a:rPr lang="en-US" altLang="zh-CN" sz="1050" b="1" dirty="0">
                <a:solidFill>
                  <a:srgbClr val="7A8189"/>
                </a:solidFill>
                <a:latin typeface="Aptos SemiBold" panose="020B0004020202020204" pitchFamily="34" charset="0"/>
              </a:rPr>
              <a:t>BeatThis</a:t>
            </a:r>
            <a:r>
              <a:rPr lang="zh-CN" altLang="en-US" sz="1050" b="1" dirty="0">
                <a:solidFill>
                  <a:srgbClr val="7A8189"/>
                </a:solidFill>
                <a:latin typeface="Aptos SemiBold" panose="020B0004020202020204" pitchFamily="34" charset="0"/>
              </a:rPr>
              <a:t> </a:t>
            </a:r>
            <a:r>
              <a:rPr lang="en-AU" altLang="zh-CN" sz="1050" b="1" dirty="0">
                <a:solidFill>
                  <a:srgbClr val="7A8189"/>
                </a:solidFill>
                <a:latin typeface="Aptos SemiBold" panose="020B0004020202020204" pitchFamily="34" charset="0"/>
              </a:rPr>
              <a:t>(</a:t>
            </a:r>
            <a:r>
              <a:rPr lang="en-US" altLang="zh-CN" sz="1050" b="1" dirty="0">
                <a:solidFill>
                  <a:srgbClr val="7A8189"/>
                </a:solidFill>
                <a:latin typeface="Aptos SemiBold" panose="020B0004020202020204" pitchFamily="34" charset="0"/>
              </a:rPr>
              <a:t>direct)</a:t>
            </a:r>
            <a:endParaRPr lang="en-US" sz="1050" b="1" dirty="0">
              <a:solidFill>
                <a:srgbClr val="7A8189"/>
              </a:solidFill>
              <a:latin typeface="Aptos SemiBold" panose="020B0004020202020204" pitchFamily="34" charset="0"/>
            </a:endParaRP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C38248C9-D692-20C4-E952-78310941DBF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0664" y="4225372"/>
            <a:ext cx="5462281" cy="3277368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FC418DD9-0F22-EBA3-5D23-8FFD1CD9F1AE}"/>
              </a:ext>
            </a:extLst>
          </p:cNvPr>
          <p:cNvSpPr/>
          <p:nvPr/>
        </p:nvSpPr>
        <p:spPr>
          <a:xfrm>
            <a:off x="731520" y="6117336"/>
            <a:ext cx="640080" cy="1234440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85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F5F325F-47B7-85CF-D579-AA2EDD7C4D4E}"/>
              </a:ext>
            </a:extLst>
          </p:cNvPr>
          <p:cNvSpPr txBox="1"/>
          <p:nvPr/>
        </p:nvSpPr>
        <p:spPr>
          <a:xfrm>
            <a:off x="832314" y="6195568"/>
            <a:ext cx="675185" cy="22313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850" dirty="0">
                <a:latin typeface="Aptos Light" panose="020B0004020202020204" pitchFamily="34" charset="0"/>
              </a:rPr>
              <a:t>BeatThis/S</a:t>
            </a:r>
            <a:endParaRPr lang="en-US" sz="850" dirty="0">
              <a:latin typeface="Aptos Light" panose="020B0004020202020204" pitchFamily="34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745CC5D-6FD1-B10F-BE51-FB7B69E5C5A0}"/>
              </a:ext>
            </a:extLst>
          </p:cNvPr>
          <p:cNvSpPr txBox="1"/>
          <p:nvPr/>
        </p:nvSpPr>
        <p:spPr>
          <a:xfrm>
            <a:off x="854746" y="6347968"/>
            <a:ext cx="670376" cy="22313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50" dirty="0">
                <a:latin typeface="Aptos Light" panose="020B0004020202020204" pitchFamily="34" charset="0"/>
              </a:rPr>
              <a:t>MSCNN</a:t>
            </a:r>
            <a:r>
              <a:rPr lang="en-AU" altLang="zh-CN" sz="850" dirty="0">
                <a:latin typeface="Aptos Light" panose="020B0004020202020204" pitchFamily="34" charset="0"/>
              </a:rPr>
              <a:t>/S</a:t>
            </a:r>
            <a:endParaRPr lang="en-US" sz="850" dirty="0">
              <a:latin typeface="Aptos Light" panose="020B0004020202020204" pitchFamily="34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1F51987-9A22-5DE3-9C1C-8C82BB256B54}"/>
              </a:ext>
            </a:extLst>
          </p:cNvPr>
          <p:cNvSpPr txBox="1"/>
          <p:nvPr/>
        </p:nvSpPr>
        <p:spPr>
          <a:xfrm>
            <a:off x="1017861" y="6491082"/>
            <a:ext cx="479618" cy="22313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850" dirty="0">
                <a:latin typeface="Aptos Light" panose="020B0004020202020204" pitchFamily="34" charset="0"/>
              </a:rPr>
              <a:t>TCN/S</a:t>
            </a:r>
            <a:endParaRPr lang="en-US" sz="850" dirty="0">
              <a:latin typeface="Aptos Light" panose="020B0004020202020204" pitchFamily="34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FB70CF1-6960-8842-E9D8-D97A1FBAF93D}"/>
              </a:ext>
            </a:extLst>
          </p:cNvPr>
          <p:cNvSpPr txBox="1"/>
          <p:nvPr/>
        </p:nvSpPr>
        <p:spPr>
          <a:xfrm>
            <a:off x="813460" y="6642877"/>
            <a:ext cx="692818" cy="22313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850" dirty="0">
                <a:latin typeface="Aptos Light" panose="020B0004020202020204" pitchFamily="34" charset="0"/>
              </a:rPr>
              <a:t>BeatThis/G</a:t>
            </a:r>
            <a:endParaRPr lang="en-US" sz="850" dirty="0">
              <a:latin typeface="Aptos Light" panose="020B0004020202020204" pitchFamily="34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A20BF59-9A26-39FC-5B07-DEB52EC245CD}"/>
              </a:ext>
            </a:extLst>
          </p:cNvPr>
          <p:cNvSpPr txBox="1"/>
          <p:nvPr/>
        </p:nvSpPr>
        <p:spPr>
          <a:xfrm>
            <a:off x="837845" y="6784193"/>
            <a:ext cx="665567" cy="22313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850" dirty="0">
                <a:latin typeface="Aptos Light" panose="020B0004020202020204" pitchFamily="34" charset="0"/>
              </a:rPr>
              <a:t>MSCNN/G</a:t>
            </a:r>
            <a:endParaRPr lang="en-US" sz="850" dirty="0">
              <a:latin typeface="Aptos Light" panose="020B0004020202020204" pitchFamily="34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C2689CD-777A-E243-D215-B92B75374BDB}"/>
              </a:ext>
            </a:extLst>
          </p:cNvPr>
          <p:cNvSpPr txBox="1"/>
          <p:nvPr/>
        </p:nvSpPr>
        <p:spPr>
          <a:xfrm>
            <a:off x="1002897" y="6936451"/>
            <a:ext cx="497252" cy="22313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850" dirty="0">
                <a:latin typeface="Aptos Light" panose="020B0004020202020204" pitchFamily="34" charset="0"/>
              </a:rPr>
              <a:t>TCN/G</a:t>
            </a:r>
            <a:endParaRPr lang="en-US" sz="850" dirty="0">
              <a:latin typeface="Aptos Light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243585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3EEA6D-AB17-B775-2D6B-955E590E93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AB6AE60-BB37-C97D-35C9-7C4CAEDABDA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57039"/>
          <a:stretch/>
        </p:blipFill>
        <p:spPr>
          <a:xfrm>
            <a:off x="3520440" y="546101"/>
            <a:ext cx="2664000" cy="166554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59E82F1-9EEC-2FA1-8DE6-3CFD9A5BA33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2682"/>
          <a:stretch/>
        </p:blipFill>
        <p:spPr>
          <a:xfrm>
            <a:off x="856440" y="561341"/>
            <a:ext cx="2664000" cy="183448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9AEEBC6-96E9-C58C-DAC9-4513DB036A61}"/>
              </a:ext>
            </a:extLst>
          </p:cNvPr>
          <p:cNvSpPr txBox="1"/>
          <p:nvPr/>
        </p:nvSpPr>
        <p:spPr>
          <a:xfrm>
            <a:off x="1666591" y="253564"/>
            <a:ext cx="157709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(a) GTZAN Beat F1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7E611D8-CD82-F42D-196F-2E03340016DB}"/>
              </a:ext>
            </a:extLst>
          </p:cNvPr>
          <p:cNvSpPr txBox="1"/>
          <p:nvPr/>
        </p:nvSpPr>
        <p:spPr>
          <a:xfrm>
            <a:off x="4155333" y="253564"/>
            <a:ext cx="190879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(b) SMC 0-fold Beat F1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9D8FB27-49BC-A212-5239-3AD8AAEBFF52}"/>
              </a:ext>
            </a:extLst>
          </p:cNvPr>
          <p:cNvSpPr txBox="1"/>
          <p:nvPr/>
        </p:nvSpPr>
        <p:spPr>
          <a:xfrm rot="16200000">
            <a:off x="-69422" y="1117526"/>
            <a:ext cx="157254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BeatThis w. CASM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6E2270A-E36A-A017-B8CA-07E4CE06815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52588"/>
          <a:stretch/>
        </p:blipFill>
        <p:spPr>
          <a:xfrm>
            <a:off x="928440" y="2226882"/>
            <a:ext cx="2592000" cy="183251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0CA389C-4267-82FC-1D6D-3019901B878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674" b="57137"/>
          <a:stretch/>
        </p:blipFill>
        <p:spPr>
          <a:xfrm>
            <a:off x="3696643" y="2211642"/>
            <a:ext cx="2484000" cy="166548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F1C92B15-D8A6-9C7A-C779-B64BA2B6A88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96057"/>
          <a:stretch/>
        </p:blipFill>
        <p:spPr>
          <a:xfrm>
            <a:off x="3581400" y="3884138"/>
            <a:ext cx="2592000" cy="15240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4B018276-46A2-593C-1C68-D135295C21D4}"/>
              </a:ext>
            </a:extLst>
          </p:cNvPr>
          <p:cNvSpPr txBox="1"/>
          <p:nvPr/>
        </p:nvSpPr>
        <p:spPr>
          <a:xfrm rot="16200000">
            <a:off x="8577" y="2824537"/>
            <a:ext cx="145995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BeatThis w. DBN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7988FD7-DF9C-61FF-BC86-13F3CFB9930F}"/>
              </a:ext>
            </a:extLst>
          </p:cNvPr>
          <p:cNvSpPr/>
          <p:nvPr/>
        </p:nvSpPr>
        <p:spPr>
          <a:xfrm>
            <a:off x="5657385" y="1849938"/>
            <a:ext cx="475786" cy="18660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70F9D16-0ED9-A6EE-3278-C521379A91A2}"/>
              </a:ext>
            </a:extLst>
          </p:cNvPr>
          <p:cNvSpPr txBox="1"/>
          <p:nvPr/>
        </p:nvSpPr>
        <p:spPr>
          <a:xfrm>
            <a:off x="5428214" y="1649624"/>
            <a:ext cx="774731" cy="415498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r"/>
            <a:r>
              <a:rPr lang="en-US" altLang="zh-CN" sz="1050" b="1" dirty="0">
                <a:solidFill>
                  <a:srgbClr val="7A8189"/>
                </a:solidFill>
                <a:latin typeface="Aptos SemiBold" panose="020B0004020202020204" pitchFamily="34" charset="0"/>
              </a:rPr>
              <a:t>BeatThis</a:t>
            </a:r>
            <a:r>
              <a:rPr lang="zh-CN" altLang="en-US" sz="1050" b="1" dirty="0">
                <a:solidFill>
                  <a:srgbClr val="7A8189"/>
                </a:solidFill>
                <a:latin typeface="Aptos SemiBold" panose="020B0004020202020204" pitchFamily="34" charset="0"/>
              </a:rPr>
              <a:t> </a:t>
            </a:r>
            <a:r>
              <a:rPr lang="en-AU" altLang="zh-CN" sz="1050" b="1" dirty="0">
                <a:solidFill>
                  <a:srgbClr val="7A8189"/>
                </a:solidFill>
                <a:latin typeface="Aptos SemiBold" panose="020B0004020202020204" pitchFamily="34" charset="0"/>
              </a:rPr>
              <a:t>(</a:t>
            </a:r>
            <a:r>
              <a:rPr lang="en-US" altLang="zh-CN" sz="1050" b="1" dirty="0">
                <a:solidFill>
                  <a:srgbClr val="7A8189"/>
                </a:solidFill>
                <a:latin typeface="Aptos SemiBold" panose="020B0004020202020204" pitchFamily="34" charset="0"/>
              </a:rPr>
              <a:t>direct)</a:t>
            </a:r>
            <a:endParaRPr lang="en-US" sz="1050" b="1" dirty="0">
              <a:solidFill>
                <a:srgbClr val="7A8189"/>
              </a:solidFill>
              <a:latin typeface="Aptos SemiBold" panose="020B0004020202020204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C4AD5D8-B340-B24D-5CE1-F74EBFD9EBC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8525" t="10504" b="17703"/>
          <a:stretch/>
        </p:blipFill>
        <p:spPr>
          <a:xfrm>
            <a:off x="997288" y="4187157"/>
            <a:ext cx="5135883" cy="218593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B237283-5BEF-07AF-0259-24088D237A6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8525" t="86095"/>
          <a:stretch/>
        </p:blipFill>
        <p:spPr>
          <a:xfrm>
            <a:off x="997288" y="6447056"/>
            <a:ext cx="5311354" cy="4378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47635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2097</TotalTime>
  <Words>105</Words>
  <Application>Microsoft Macintosh PowerPoint</Application>
  <PresentationFormat>A4 Paper (210x297 mm)</PresentationFormat>
  <Paragraphs>25</Paragraphs>
  <Slides>6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Aptos</vt:lpstr>
      <vt:lpstr>Aptos Display</vt:lpstr>
      <vt:lpstr>Aptos Light</vt:lpstr>
      <vt:lpstr>Aptos SemiBold</vt:lpstr>
      <vt:lpstr>Arial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Zhanh He (22597343)</dc:creator>
  <cp:lastModifiedBy>Zhanh He (22597343)</cp:lastModifiedBy>
  <cp:revision>6</cp:revision>
  <dcterms:created xsi:type="dcterms:W3CDTF">2026-09-06T07:37:04Z</dcterms:created>
  <dcterms:modified xsi:type="dcterms:W3CDTF">2026-09-24T01:41:18Z</dcterms:modified>
</cp:coreProperties>
</file>